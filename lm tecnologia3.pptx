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8288000" cy="10287000"/>
  <p:notesSz cx="6858000" cy="9144000"/>
  <p:embeddedFontLst>
    <p:embeddedFont>
      <p:font typeface="Anton" charset="1" panose="00000500000000000000"/>
      <p:regular r:id="rId13"/>
    </p:embeddedFont>
    <p:embeddedFont>
      <p:font typeface="Montserrat Bold" charset="1" panose="0000080000000000000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Relationship Id="rId6" Target="../media/image11.jpeg" Type="http://schemas.openxmlformats.org/officeDocument/2006/relationships/image"/><Relationship Id="rId7" Target="../media/image5.png" Type="http://schemas.openxmlformats.org/officeDocument/2006/relationships/image"/><Relationship Id="rId8" Target="../media/image6.svg" Type="http://schemas.openxmlformats.org/officeDocument/2006/relationships/image"/><Relationship Id="rId9" Target="../media/image12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3.png" Type="http://schemas.openxmlformats.org/officeDocument/2006/relationships/image"/><Relationship Id="rId5" Target="../media/image14.sv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Relationship Id="rId8" Target="../media/image15.png" Type="http://schemas.openxmlformats.org/officeDocument/2006/relationships/image"/><Relationship Id="rId9" Target="../media/image16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17.png" Type="http://schemas.openxmlformats.org/officeDocument/2006/relationships/image"/><Relationship Id="rId7" Target="../media/image18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19.png" Type="http://schemas.openxmlformats.org/officeDocument/2006/relationships/image"/><Relationship Id="rId7" Target="../media/image20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AC49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536959" y="314325"/>
            <a:ext cx="9658350" cy="9658350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D5DA8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63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877765" y="1459165"/>
            <a:ext cx="7734291" cy="7368670"/>
          </a:xfrm>
          <a:custGeom>
            <a:avLst/>
            <a:gdLst/>
            <a:ahLst/>
            <a:cxnLst/>
            <a:rect r="r" b="b" t="t" l="l"/>
            <a:pathLst>
              <a:path h="7368670" w="7734291">
                <a:moveTo>
                  <a:pt x="0" y="0"/>
                </a:moveTo>
                <a:lnTo>
                  <a:pt x="7734290" y="0"/>
                </a:lnTo>
                <a:lnTo>
                  <a:pt x="7734290" y="7368670"/>
                </a:lnTo>
                <a:lnTo>
                  <a:pt x="0" y="73686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7259300" y="801623"/>
            <a:ext cx="486295" cy="4114800"/>
          </a:xfrm>
          <a:custGeom>
            <a:avLst/>
            <a:gdLst/>
            <a:ahLst/>
            <a:cxnLst/>
            <a:rect r="r" b="b" t="t" l="l"/>
            <a:pathLst>
              <a:path h="4114800" w="486295">
                <a:moveTo>
                  <a:pt x="0" y="0"/>
                </a:moveTo>
                <a:lnTo>
                  <a:pt x="486295" y="0"/>
                </a:lnTo>
                <a:lnTo>
                  <a:pt x="48629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9760810" y="3197796"/>
            <a:ext cx="6349736" cy="54751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557"/>
              </a:lnSpc>
            </a:pPr>
            <a:r>
              <a:rPr lang="en-US" sz="8557">
                <a:solidFill>
                  <a:srgbClr val="5555AB"/>
                </a:solidFill>
                <a:latin typeface="Anton"/>
                <a:ea typeface="Anton"/>
                <a:cs typeface="Anton"/>
                <a:sym typeface="Anton"/>
              </a:rPr>
              <a:t>     MONTAGEM</a:t>
            </a:r>
          </a:p>
          <a:p>
            <a:pPr algn="ctr">
              <a:lnSpc>
                <a:spcPts val="8557"/>
              </a:lnSpc>
              <a:spcBef>
                <a:spcPct val="0"/>
              </a:spcBef>
            </a:pPr>
            <a:r>
              <a:rPr lang="en-US" sz="8557">
                <a:solidFill>
                  <a:srgbClr val="5555AB"/>
                </a:solidFill>
                <a:latin typeface="Anton"/>
                <a:ea typeface="Anton"/>
                <a:cs typeface="Anton"/>
                <a:sym typeface="Anton"/>
              </a:rPr>
              <a:t>E MANUNTEÇÃO DE COMPUTADORES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AC49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-120935" y="9258300"/>
            <a:ext cx="734258" cy="1187583"/>
          </a:xfrm>
          <a:custGeom>
            <a:avLst/>
            <a:gdLst/>
            <a:ahLst/>
            <a:cxnLst/>
            <a:rect r="r" b="b" t="t" l="l"/>
            <a:pathLst>
              <a:path h="1187583" w="734258">
                <a:moveTo>
                  <a:pt x="734259" y="0"/>
                </a:moveTo>
                <a:lnTo>
                  <a:pt x="0" y="0"/>
                </a:lnTo>
                <a:lnTo>
                  <a:pt x="0" y="1187583"/>
                </a:lnTo>
                <a:lnTo>
                  <a:pt x="734259" y="1187583"/>
                </a:lnTo>
                <a:lnTo>
                  <a:pt x="734259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7336195" y="1242565"/>
            <a:ext cx="296510" cy="2508928"/>
          </a:xfrm>
          <a:custGeom>
            <a:avLst/>
            <a:gdLst/>
            <a:ahLst/>
            <a:cxnLst/>
            <a:rect r="r" b="b" t="t" l="l"/>
            <a:pathLst>
              <a:path h="2508928" w="296510">
                <a:moveTo>
                  <a:pt x="0" y="0"/>
                </a:moveTo>
                <a:lnTo>
                  <a:pt x="296509" y="0"/>
                </a:lnTo>
                <a:lnTo>
                  <a:pt x="296509" y="2508927"/>
                </a:lnTo>
                <a:lnTo>
                  <a:pt x="0" y="250892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732690" y="2834874"/>
            <a:ext cx="6486924" cy="5201334"/>
          </a:xfrm>
          <a:custGeom>
            <a:avLst/>
            <a:gdLst/>
            <a:ahLst/>
            <a:cxnLst/>
            <a:rect r="r" b="b" t="t" l="l"/>
            <a:pathLst>
              <a:path h="5201334" w="6486924">
                <a:moveTo>
                  <a:pt x="0" y="0"/>
                </a:moveTo>
                <a:lnTo>
                  <a:pt x="6486924" y="0"/>
                </a:lnTo>
                <a:lnTo>
                  <a:pt x="6486924" y="5201334"/>
                </a:lnTo>
                <a:lnTo>
                  <a:pt x="0" y="520133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470258" y="2958459"/>
            <a:ext cx="8350121" cy="57172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47664" indent="-373832" lvl="1">
              <a:lnSpc>
                <a:spcPts val="3463"/>
              </a:lnSpc>
              <a:buFont typeface="Arial"/>
              <a:buChar char="•"/>
            </a:pPr>
            <a:r>
              <a:rPr lang="en-US" b="true" sz="3463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 LM TECNOLOGIA É O NOME DE UMA CONCEITUADA ASSISTÊNCIA TÉCNICA ESPECIALIZADA EM MONTAGEM E MANUTENÇÃO DE COMPUTADORES, LOCALIZADA EM FORTALEZA, CEARÁ.</a:t>
            </a:r>
          </a:p>
          <a:p>
            <a:pPr algn="l" marL="747664" indent="-373832" lvl="1">
              <a:lnSpc>
                <a:spcPts val="3463"/>
              </a:lnSpc>
              <a:buFont typeface="Arial"/>
              <a:buChar char="•"/>
            </a:pPr>
            <a:r>
              <a:rPr lang="en-US" b="true" sz="3463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SE VOCÊ ESTÁ PROCURANDO OS SERVIÇOS OU OS CANAIS DE ATENDIMENTO DESSA EMPRESA ESPECÍFICA, ABAIXO ESTÃO AS INFORMAÇÕES CONSOLIDADAS DE CONTATO E ATUAÇÃO: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AC49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7336195" y="1242565"/>
            <a:ext cx="296510" cy="2508928"/>
          </a:xfrm>
          <a:custGeom>
            <a:avLst/>
            <a:gdLst/>
            <a:ahLst/>
            <a:cxnLst/>
            <a:rect r="r" b="b" t="t" l="l"/>
            <a:pathLst>
              <a:path h="2508928" w="296510">
                <a:moveTo>
                  <a:pt x="0" y="0"/>
                </a:moveTo>
                <a:lnTo>
                  <a:pt x="296509" y="0"/>
                </a:lnTo>
                <a:lnTo>
                  <a:pt x="296509" y="2508927"/>
                </a:lnTo>
                <a:lnTo>
                  <a:pt x="0" y="250892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241884" y="3947393"/>
            <a:ext cx="2541169" cy="2476071"/>
          </a:xfrm>
          <a:custGeom>
            <a:avLst/>
            <a:gdLst/>
            <a:ahLst/>
            <a:cxnLst/>
            <a:rect r="r" b="b" t="t" l="l"/>
            <a:pathLst>
              <a:path h="2476071" w="2541169">
                <a:moveTo>
                  <a:pt x="0" y="0"/>
                </a:moveTo>
                <a:lnTo>
                  <a:pt x="2541168" y="0"/>
                </a:lnTo>
                <a:lnTo>
                  <a:pt x="2541168" y="2476072"/>
                </a:lnTo>
                <a:lnTo>
                  <a:pt x="0" y="247607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>
            <a:grpSpLocks noChangeAspect="true"/>
          </p:cNvGrpSpPr>
          <p:nvPr/>
        </p:nvGrpSpPr>
        <p:grpSpPr>
          <a:xfrm rot="0">
            <a:off x="3617065" y="7203192"/>
            <a:ext cx="2665114" cy="2665114"/>
            <a:chOff x="0" y="0"/>
            <a:chExt cx="14840029" cy="1484002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-33258" y="-75"/>
              <a:ext cx="14906544" cy="14840178"/>
            </a:xfrm>
            <a:custGeom>
              <a:avLst/>
              <a:gdLst/>
              <a:ahLst/>
              <a:cxnLst/>
              <a:rect r="r" b="b" t="t" l="l"/>
              <a:pathLst>
                <a:path h="14840178" w="14906544">
                  <a:moveTo>
                    <a:pt x="7453273" y="75"/>
                  </a:moveTo>
                  <a:cubicBezTo>
                    <a:pt x="4794451" y="-11816"/>
                    <a:pt x="2332496" y="1399825"/>
                    <a:pt x="999642" y="3700470"/>
                  </a:cubicBezTo>
                  <a:cubicBezTo>
                    <a:pt x="-333213" y="6001115"/>
                    <a:pt x="-333213" y="8839064"/>
                    <a:pt x="999642" y="11139709"/>
                  </a:cubicBezTo>
                  <a:cubicBezTo>
                    <a:pt x="2332496" y="13440354"/>
                    <a:pt x="4794451" y="14851995"/>
                    <a:pt x="7453273" y="14840104"/>
                  </a:cubicBezTo>
                  <a:cubicBezTo>
                    <a:pt x="10112093" y="14851995"/>
                    <a:pt x="12574049" y="13440354"/>
                    <a:pt x="13906904" y="11139709"/>
                  </a:cubicBezTo>
                  <a:cubicBezTo>
                    <a:pt x="15239758" y="8839064"/>
                    <a:pt x="15239758" y="6001115"/>
                    <a:pt x="13906904" y="3700470"/>
                  </a:cubicBezTo>
                  <a:cubicBezTo>
                    <a:pt x="12574049" y="1399825"/>
                    <a:pt x="10112093" y="-11816"/>
                    <a:pt x="7453273" y="75"/>
                  </a:cubicBezTo>
                  <a:close/>
                </a:path>
              </a:pathLst>
            </a:custGeom>
            <a:solidFill>
              <a:srgbClr val="C582EB"/>
            </a:solid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168022" y="200309"/>
              <a:ext cx="14503985" cy="14439411"/>
            </a:xfrm>
            <a:custGeom>
              <a:avLst/>
              <a:gdLst/>
              <a:ahLst/>
              <a:cxnLst/>
              <a:rect r="r" b="b" t="t" l="l"/>
              <a:pathLst>
                <a:path h="14439411" w="14503985">
                  <a:moveTo>
                    <a:pt x="7251993" y="73"/>
                  </a:moveTo>
                  <a:cubicBezTo>
                    <a:pt x="4664974" y="-11497"/>
                    <a:pt x="2269506" y="1362022"/>
                    <a:pt x="972645" y="3600537"/>
                  </a:cubicBezTo>
                  <a:cubicBezTo>
                    <a:pt x="-324215" y="5839051"/>
                    <a:pt x="-324215" y="8600360"/>
                    <a:pt x="972645" y="10838875"/>
                  </a:cubicBezTo>
                  <a:cubicBezTo>
                    <a:pt x="2269506" y="13077389"/>
                    <a:pt x="4664974" y="14450908"/>
                    <a:pt x="7251993" y="14439338"/>
                  </a:cubicBezTo>
                  <a:cubicBezTo>
                    <a:pt x="9839011" y="14450908"/>
                    <a:pt x="12234479" y="13077389"/>
                    <a:pt x="13531340" y="10838875"/>
                  </a:cubicBezTo>
                  <a:cubicBezTo>
                    <a:pt x="14828201" y="8600360"/>
                    <a:pt x="14828201" y="5839051"/>
                    <a:pt x="13531340" y="3600537"/>
                  </a:cubicBezTo>
                  <a:cubicBezTo>
                    <a:pt x="12234479" y="1362022"/>
                    <a:pt x="9839011" y="-11497"/>
                    <a:pt x="7251993" y="7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531276" y="561946"/>
              <a:ext cx="13777477" cy="13716137"/>
            </a:xfrm>
            <a:custGeom>
              <a:avLst/>
              <a:gdLst/>
              <a:ahLst/>
              <a:cxnLst/>
              <a:rect r="r" b="b" t="t" l="l"/>
              <a:pathLst>
                <a:path h="13716137" w="13777477">
                  <a:moveTo>
                    <a:pt x="6888739" y="68"/>
                  </a:moveTo>
                  <a:cubicBezTo>
                    <a:pt x="4431305" y="-10922"/>
                    <a:pt x="2155826" y="1293797"/>
                    <a:pt x="923925" y="3420184"/>
                  </a:cubicBezTo>
                  <a:cubicBezTo>
                    <a:pt x="-307975" y="5546571"/>
                    <a:pt x="-307975" y="8169565"/>
                    <a:pt x="923925" y="10295952"/>
                  </a:cubicBezTo>
                  <a:cubicBezTo>
                    <a:pt x="2155826" y="12422339"/>
                    <a:pt x="4431305" y="13727058"/>
                    <a:pt x="6888739" y="13716068"/>
                  </a:cubicBezTo>
                  <a:cubicBezTo>
                    <a:pt x="9346172" y="13727058"/>
                    <a:pt x="11621651" y="12422339"/>
                    <a:pt x="12853552" y="10295952"/>
                  </a:cubicBezTo>
                  <a:cubicBezTo>
                    <a:pt x="14085452" y="8169565"/>
                    <a:pt x="14085452" y="5546571"/>
                    <a:pt x="12853552" y="3420184"/>
                  </a:cubicBezTo>
                  <a:cubicBezTo>
                    <a:pt x="11621651" y="1293797"/>
                    <a:pt x="9346172" y="-10922"/>
                    <a:pt x="6888739" y="68"/>
                  </a:cubicBezTo>
                  <a:close/>
                </a:path>
              </a:pathLst>
            </a:custGeom>
            <a:blipFill>
              <a:blip r:embed="rId6"/>
              <a:stretch>
                <a:fillRect l="-24712" t="0" r="-24712" b="0"/>
              </a:stretch>
            </a:blipFill>
          </p:spPr>
        </p:sp>
      </p:grpSp>
      <p:sp>
        <p:nvSpPr>
          <p:cNvPr name="Freeform 8" id="8"/>
          <p:cNvSpPr/>
          <p:nvPr/>
        </p:nvSpPr>
        <p:spPr>
          <a:xfrm flipH="true" flipV="false" rot="0">
            <a:off x="3297866" y="8750534"/>
            <a:ext cx="638397" cy="1032538"/>
          </a:xfrm>
          <a:custGeom>
            <a:avLst/>
            <a:gdLst/>
            <a:ahLst/>
            <a:cxnLst/>
            <a:rect r="r" b="b" t="t" l="l"/>
            <a:pathLst>
              <a:path h="1032538" w="638397">
                <a:moveTo>
                  <a:pt x="638397" y="0"/>
                </a:moveTo>
                <a:lnTo>
                  <a:pt x="0" y="0"/>
                </a:lnTo>
                <a:lnTo>
                  <a:pt x="0" y="1032538"/>
                </a:lnTo>
                <a:lnTo>
                  <a:pt x="638397" y="1032538"/>
                </a:lnTo>
                <a:lnTo>
                  <a:pt x="638397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2383392" y="1280665"/>
            <a:ext cx="2391841" cy="225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63"/>
              </a:lnSpc>
              <a:spcBef>
                <a:spcPct val="0"/>
              </a:spcBef>
            </a:pPr>
            <a:r>
              <a:rPr lang="en-US" b="true" sz="1763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STUDIO SHODWE</a:t>
            </a:r>
          </a:p>
        </p:txBody>
      </p:sp>
      <p:grpSp>
        <p:nvGrpSpPr>
          <p:cNvPr name="Group 10" id="10"/>
          <p:cNvGrpSpPr>
            <a:grpSpLocks noChangeAspect="true"/>
          </p:cNvGrpSpPr>
          <p:nvPr/>
        </p:nvGrpSpPr>
        <p:grpSpPr>
          <a:xfrm rot="0">
            <a:off x="8197973" y="7117958"/>
            <a:ext cx="2665114" cy="2665114"/>
            <a:chOff x="0" y="0"/>
            <a:chExt cx="14840029" cy="1484002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-33258" y="-75"/>
              <a:ext cx="14906544" cy="14840178"/>
            </a:xfrm>
            <a:custGeom>
              <a:avLst/>
              <a:gdLst/>
              <a:ahLst/>
              <a:cxnLst/>
              <a:rect r="r" b="b" t="t" l="l"/>
              <a:pathLst>
                <a:path h="14840178" w="14906544">
                  <a:moveTo>
                    <a:pt x="7453273" y="75"/>
                  </a:moveTo>
                  <a:cubicBezTo>
                    <a:pt x="4794451" y="-11816"/>
                    <a:pt x="2332496" y="1399825"/>
                    <a:pt x="999642" y="3700470"/>
                  </a:cubicBezTo>
                  <a:cubicBezTo>
                    <a:pt x="-333213" y="6001115"/>
                    <a:pt x="-333213" y="8839064"/>
                    <a:pt x="999642" y="11139709"/>
                  </a:cubicBezTo>
                  <a:cubicBezTo>
                    <a:pt x="2332496" y="13440354"/>
                    <a:pt x="4794451" y="14851995"/>
                    <a:pt x="7453273" y="14840104"/>
                  </a:cubicBezTo>
                  <a:cubicBezTo>
                    <a:pt x="10112093" y="14851995"/>
                    <a:pt x="12574049" y="13440354"/>
                    <a:pt x="13906904" y="11139709"/>
                  </a:cubicBezTo>
                  <a:cubicBezTo>
                    <a:pt x="15239758" y="8839064"/>
                    <a:pt x="15239758" y="6001115"/>
                    <a:pt x="13906904" y="3700470"/>
                  </a:cubicBezTo>
                  <a:cubicBezTo>
                    <a:pt x="12574049" y="1399825"/>
                    <a:pt x="10112093" y="-11816"/>
                    <a:pt x="7453273" y="75"/>
                  </a:cubicBezTo>
                  <a:close/>
                </a:path>
              </a:pathLst>
            </a:custGeom>
            <a:solidFill>
              <a:srgbClr val="C582EB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168022" y="200309"/>
              <a:ext cx="14503985" cy="14439411"/>
            </a:xfrm>
            <a:custGeom>
              <a:avLst/>
              <a:gdLst/>
              <a:ahLst/>
              <a:cxnLst/>
              <a:rect r="r" b="b" t="t" l="l"/>
              <a:pathLst>
                <a:path h="14439411" w="14503985">
                  <a:moveTo>
                    <a:pt x="7251993" y="73"/>
                  </a:moveTo>
                  <a:cubicBezTo>
                    <a:pt x="4664974" y="-11497"/>
                    <a:pt x="2269506" y="1362022"/>
                    <a:pt x="972645" y="3600537"/>
                  </a:cubicBezTo>
                  <a:cubicBezTo>
                    <a:pt x="-324215" y="5839051"/>
                    <a:pt x="-324215" y="8600360"/>
                    <a:pt x="972645" y="10838875"/>
                  </a:cubicBezTo>
                  <a:cubicBezTo>
                    <a:pt x="2269506" y="13077389"/>
                    <a:pt x="4664974" y="14450908"/>
                    <a:pt x="7251993" y="14439338"/>
                  </a:cubicBezTo>
                  <a:cubicBezTo>
                    <a:pt x="9839011" y="14450908"/>
                    <a:pt x="12234479" y="13077389"/>
                    <a:pt x="13531340" y="10838875"/>
                  </a:cubicBezTo>
                  <a:cubicBezTo>
                    <a:pt x="14828201" y="8600360"/>
                    <a:pt x="14828201" y="5839051"/>
                    <a:pt x="13531340" y="3600537"/>
                  </a:cubicBezTo>
                  <a:cubicBezTo>
                    <a:pt x="12234479" y="1362022"/>
                    <a:pt x="9839011" y="-11497"/>
                    <a:pt x="7251993" y="7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531276" y="561946"/>
              <a:ext cx="13777477" cy="13716137"/>
            </a:xfrm>
            <a:custGeom>
              <a:avLst/>
              <a:gdLst/>
              <a:ahLst/>
              <a:cxnLst/>
              <a:rect r="r" b="b" t="t" l="l"/>
              <a:pathLst>
                <a:path h="13716137" w="13777477">
                  <a:moveTo>
                    <a:pt x="6888739" y="68"/>
                  </a:moveTo>
                  <a:cubicBezTo>
                    <a:pt x="4431305" y="-10922"/>
                    <a:pt x="2155826" y="1293797"/>
                    <a:pt x="923925" y="3420184"/>
                  </a:cubicBezTo>
                  <a:cubicBezTo>
                    <a:pt x="-307975" y="5546571"/>
                    <a:pt x="-307975" y="8169565"/>
                    <a:pt x="923925" y="10295952"/>
                  </a:cubicBezTo>
                  <a:cubicBezTo>
                    <a:pt x="2155826" y="12422339"/>
                    <a:pt x="4431305" y="13727058"/>
                    <a:pt x="6888739" y="13716068"/>
                  </a:cubicBezTo>
                  <a:cubicBezTo>
                    <a:pt x="9346172" y="13727058"/>
                    <a:pt x="11621651" y="12422339"/>
                    <a:pt x="12853552" y="10295952"/>
                  </a:cubicBezTo>
                  <a:cubicBezTo>
                    <a:pt x="14085452" y="8169565"/>
                    <a:pt x="14085452" y="5546571"/>
                    <a:pt x="12853552" y="3420184"/>
                  </a:cubicBezTo>
                  <a:cubicBezTo>
                    <a:pt x="11621651" y="1293797"/>
                    <a:pt x="9346172" y="-10922"/>
                    <a:pt x="6888739" y="68"/>
                  </a:cubicBezTo>
                  <a:close/>
                </a:path>
              </a:pathLst>
            </a:custGeom>
            <a:blipFill>
              <a:blip r:embed="rId9"/>
              <a:stretch>
                <a:fillRect l="-24712" t="0" r="-24712" b="0"/>
              </a:stretch>
            </a:blipFill>
          </p:spPr>
        </p:sp>
      </p:grpSp>
      <p:sp>
        <p:nvSpPr>
          <p:cNvPr name="Freeform 14" id="14"/>
          <p:cNvSpPr/>
          <p:nvPr/>
        </p:nvSpPr>
        <p:spPr>
          <a:xfrm flipH="true" flipV="false" rot="0">
            <a:off x="8197973" y="8648294"/>
            <a:ext cx="638397" cy="1032538"/>
          </a:xfrm>
          <a:custGeom>
            <a:avLst/>
            <a:gdLst/>
            <a:ahLst/>
            <a:cxnLst/>
            <a:rect r="r" b="b" t="t" l="l"/>
            <a:pathLst>
              <a:path h="1032538" w="638397">
                <a:moveTo>
                  <a:pt x="638397" y="0"/>
                </a:moveTo>
                <a:lnTo>
                  <a:pt x="0" y="0"/>
                </a:lnTo>
                <a:lnTo>
                  <a:pt x="0" y="1032538"/>
                </a:lnTo>
                <a:lnTo>
                  <a:pt x="638397" y="1032538"/>
                </a:lnTo>
                <a:lnTo>
                  <a:pt x="638397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2383392" y="2955708"/>
            <a:ext cx="15154011" cy="3686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70776" indent="-285388" lvl="1">
              <a:lnSpc>
                <a:spcPts val="2643"/>
              </a:lnSpc>
              <a:buFont typeface="Arial"/>
              <a:buChar char="•"/>
            </a:pPr>
            <a:r>
              <a:rPr lang="en-US" sz="2643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SERVIÇOS ESPECIALIZADOS</a:t>
            </a:r>
          </a:p>
          <a:p>
            <a:pPr algn="l">
              <a:lnSpc>
                <a:spcPts val="2643"/>
              </a:lnSpc>
            </a:pPr>
          </a:p>
          <a:p>
            <a:pPr algn="l" marL="570776" indent="-285388" lvl="1">
              <a:lnSpc>
                <a:spcPts val="2643"/>
              </a:lnSpc>
              <a:buFont typeface="Arial"/>
              <a:buChar char="•"/>
            </a:pPr>
            <a:r>
              <a:rPr lang="en-US" sz="2643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MANUTENÇÃO DE HARDWARE: CONSERTO DE NOTEBOOKS, COMPUTADORES DE MESA (DESKTOPS), RECONDICIONAMENTO DE PLACAS-MÃE, TROCA DE TELAS QUEBRADAS, TECLADOS E BATERIAS.</a:t>
            </a:r>
          </a:p>
          <a:p>
            <a:pPr algn="l" marL="570776" indent="-285388" lvl="1">
              <a:lnSpc>
                <a:spcPts val="2643"/>
              </a:lnSpc>
              <a:buFont typeface="Arial"/>
              <a:buChar char="•"/>
            </a:pPr>
            <a:r>
              <a:rPr lang="en-US" sz="2643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MONTAGEM DE COMPUTADORES: ESPECIALISTAS NA MONTAGEM DE PC GAMERS E ESTAÇÕES DE TRABALHO PROFISSIONAIS (WORKSTATIONS), AUXILIANDO NA ESCOLHA E INSTALAÇÃO DAS MELHORES PEÇAS (PROCESSADOR, PLACA DE VÍDEO, FONTE, REFRIGERAÇÃO).</a:t>
            </a:r>
          </a:p>
          <a:p>
            <a:pPr algn="l" marL="570776" indent="-285388" lvl="1">
              <a:lnSpc>
                <a:spcPts val="2643"/>
              </a:lnSpc>
              <a:buFont typeface="Arial"/>
              <a:buChar char="•"/>
            </a:pPr>
            <a:r>
              <a:rPr lang="en-US" sz="2643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OTIMIZAÇÃO DE DESEMPENHO: INSTALAÇÃO DE SSDS, UPGRADE DE MEMÓRIA RAM, LIMPEZA INTERNA PREVENTIVA E TROCA DE PASTA TÉRMICA PARA EVITAR SUPERAQUECIMENTO.</a:t>
            </a:r>
          </a:p>
          <a:p>
            <a:pPr algn="l" marL="570776" indent="-285388" lvl="1">
              <a:lnSpc>
                <a:spcPts val="2643"/>
              </a:lnSpc>
              <a:buFont typeface="Arial"/>
              <a:buChar char="•"/>
            </a:pPr>
            <a:r>
              <a:rPr lang="en-US" sz="2643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SUPORTE EM SOFTWARE: FORMATAÇÃO, INSTALAÇÃO DE SISTEMAS OPERACIONAIS (WINDOWS/LINUX), REMOÇÃO DE VÍRUS E RECUPERAÇÃO DE ARQUIVOS DELETADOS.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AC49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7336195" y="1242565"/>
            <a:ext cx="296510" cy="2508928"/>
          </a:xfrm>
          <a:custGeom>
            <a:avLst/>
            <a:gdLst/>
            <a:ahLst/>
            <a:cxnLst/>
            <a:rect r="r" b="b" t="t" l="l"/>
            <a:pathLst>
              <a:path h="2508928" w="296510">
                <a:moveTo>
                  <a:pt x="0" y="0"/>
                </a:moveTo>
                <a:lnTo>
                  <a:pt x="296509" y="0"/>
                </a:lnTo>
                <a:lnTo>
                  <a:pt x="296509" y="2508927"/>
                </a:lnTo>
                <a:lnTo>
                  <a:pt x="0" y="250892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29896" y="2497028"/>
            <a:ext cx="6490674" cy="5747197"/>
          </a:xfrm>
          <a:custGeom>
            <a:avLst/>
            <a:gdLst/>
            <a:ahLst/>
            <a:cxnLst/>
            <a:rect r="r" b="b" t="t" l="l"/>
            <a:pathLst>
              <a:path h="5747197" w="6490674">
                <a:moveTo>
                  <a:pt x="0" y="0"/>
                </a:moveTo>
                <a:lnTo>
                  <a:pt x="6490674" y="0"/>
                </a:lnTo>
                <a:lnTo>
                  <a:pt x="6490674" y="5747197"/>
                </a:lnTo>
                <a:lnTo>
                  <a:pt x="0" y="574719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241884" y="3947393"/>
            <a:ext cx="2541169" cy="2476071"/>
          </a:xfrm>
          <a:custGeom>
            <a:avLst/>
            <a:gdLst/>
            <a:ahLst/>
            <a:cxnLst/>
            <a:rect r="r" b="b" t="t" l="l"/>
            <a:pathLst>
              <a:path h="2476071" w="2541169">
                <a:moveTo>
                  <a:pt x="0" y="0"/>
                </a:moveTo>
                <a:lnTo>
                  <a:pt x="2541168" y="0"/>
                </a:lnTo>
                <a:lnTo>
                  <a:pt x="2541168" y="2476072"/>
                </a:lnTo>
                <a:lnTo>
                  <a:pt x="0" y="247607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383392" y="1280665"/>
            <a:ext cx="2391841" cy="225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63"/>
              </a:lnSpc>
              <a:spcBef>
                <a:spcPct val="0"/>
              </a:spcBef>
            </a:pPr>
            <a:r>
              <a:rPr lang="en-US" b="true" sz="1763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STUDIO SHODWE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563130" y="3402057"/>
            <a:ext cx="8493832" cy="45911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86363" indent="-243181" lvl="1">
              <a:lnSpc>
                <a:spcPts val="2252"/>
              </a:lnSpc>
              <a:buFont typeface="Arial"/>
              <a:buChar char="•"/>
            </a:pPr>
            <a:r>
              <a:rPr lang="en-US" b="true" sz="2252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MANUTENÇÃO CORRETIVA E PREVENTIVA</a:t>
            </a:r>
          </a:p>
          <a:p>
            <a:pPr algn="l">
              <a:lnSpc>
                <a:spcPts val="2252"/>
              </a:lnSpc>
            </a:pPr>
          </a:p>
          <a:p>
            <a:pPr algn="l" marL="486363" indent="-243181" lvl="1">
              <a:lnSpc>
                <a:spcPts val="2252"/>
              </a:lnSpc>
              <a:buFont typeface="Arial"/>
              <a:buChar char="•"/>
            </a:pPr>
            <a:r>
              <a:rPr lang="en-US" b="true" sz="2252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FOCADA EM SOLUCIONAR FALHAS EXISTENTES OU EVITAR PROBLEMAS FUTUROS ANTES QUE O COMPUTADOR PARE DE FUNCIONAR: [1]</a:t>
            </a:r>
          </a:p>
          <a:p>
            <a:pPr algn="l" marL="486363" indent="-243181" lvl="1">
              <a:lnSpc>
                <a:spcPts val="2252"/>
              </a:lnSpc>
              <a:buFont typeface="Arial"/>
              <a:buChar char="•"/>
            </a:pPr>
            <a:r>
              <a:rPr lang="en-US" b="true" sz="2252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PREVENTIVA: LIMPEZA INTERNA CONTRA POEIRA, ORGANIZAÇÃO DE CABOS (CABLE MANAGEMENT) E OTIMIZAÇÕES DE SOFTWARE PARA ELIMINAR LENTIDÕES.</a:t>
            </a:r>
          </a:p>
          <a:p>
            <a:pPr algn="l" marL="486363" indent="-243181" lvl="1">
              <a:lnSpc>
                <a:spcPts val="2252"/>
              </a:lnSpc>
              <a:buFont typeface="Arial"/>
              <a:buChar char="•"/>
            </a:pPr>
            <a:r>
              <a:rPr lang="en-US" b="true" sz="2252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CORRETIVA: DIAGNÓSTICO DE PEÇAS QUEIMADAS, SUBSTITUIÇÃO DE TELAS E TECLADOS (EM NOTEBOOKS) E REMOÇÃO DE VÍRUS E MALWARES.</a:t>
            </a:r>
          </a:p>
          <a:p>
            <a:pPr algn="l" marL="486363" indent="-243181" lvl="1">
              <a:lnSpc>
                <a:spcPts val="2252"/>
              </a:lnSpc>
              <a:buFont typeface="Arial"/>
              <a:buChar char="•"/>
            </a:pPr>
            <a:r>
              <a:rPr lang="en-US" b="true" sz="2252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LÓGICA: FORMATAÇÃO, INSTALAÇÃO E CONFIGURAÇÃO DE SISTEMAS OPERACIONAIS (WINDOWS OU LINUX) E CONFIGURAÇÃO DE BACKUPS DE SEGURANÇA. [1]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AC49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-120935" y="9258300"/>
            <a:ext cx="734258" cy="1187583"/>
          </a:xfrm>
          <a:custGeom>
            <a:avLst/>
            <a:gdLst/>
            <a:ahLst/>
            <a:cxnLst/>
            <a:rect r="r" b="b" t="t" l="l"/>
            <a:pathLst>
              <a:path h="1187583" w="734258">
                <a:moveTo>
                  <a:pt x="734259" y="0"/>
                </a:moveTo>
                <a:lnTo>
                  <a:pt x="0" y="0"/>
                </a:lnTo>
                <a:lnTo>
                  <a:pt x="0" y="1187583"/>
                </a:lnTo>
                <a:lnTo>
                  <a:pt x="734259" y="1187583"/>
                </a:lnTo>
                <a:lnTo>
                  <a:pt x="734259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7336195" y="1242565"/>
            <a:ext cx="296510" cy="2508928"/>
          </a:xfrm>
          <a:custGeom>
            <a:avLst/>
            <a:gdLst/>
            <a:ahLst/>
            <a:cxnLst/>
            <a:rect r="r" b="b" t="t" l="l"/>
            <a:pathLst>
              <a:path h="2508928" w="296510">
                <a:moveTo>
                  <a:pt x="0" y="0"/>
                </a:moveTo>
                <a:lnTo>
                  <a:pt x="296509" y="0"/>
                </a:lnTo>
                <a:lnTo>
                  <a:pt x="296509" y="2508927"/>
                </a:lnTo>
                <a:lnTo>
                  <a:pt x="0" y="250892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241884" y="3947393"/>
            <a:ext cx="2541169" cy="2476071"/>
          </a:xfrm>
          <a:custGeom>
            <a:avLst/>
            <a:gdLst/>
            <a:ahLst/>
            <a:cxnLst/>
            <a:rect r="r" b="b" t="t" l="l"/>
            <a:pathLst>
              <a:path h="2476071" w="2541169">
                <a:moveTo>
                  <a:pt x="0" y="0"/>
                </a:moveTo>
                <a:lnTo>
                  <a:pt x="2541168" y="0"/>
                </a:lnTo>
                <a:lnTo>
                  <a:pt x="2541168" y="2476072"/>
                </a:lnTo>
                <a:lnTo>
                  <a:pt x="0" y="247607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989915" y="1506454"/>
            <a:ext cx="5278011" cy="6735281"/>
          </a:xfrm>
          <a:custGeom>
            <a:avLst/>
            <a:gdLst/>
            <a:ahLst/>
            <a:cxnLst/>
            <a:rect r="r" b="b" t="t" l="l"/>
            <a:pathLst>
              <a:path h="6735281" w="5278011">
                <a:moveTo>
                  <a:pt x="0" y="0"/>
                </a:moveTo>
                <a:lnTo>
                  <a:pt x="5278011" y="0"/>
                </a:lnTo>
                <a:lnTo>
                  <a:pt x="5278011" y="6735281"/>
                </a:lnTo>
                <a:lnTo>
                  <a:pt x="0" y="673528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445945" y="2908740"/>
            <a:ext cx="8240015" cy="44700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67001" indent="-233501" lvl="1">
              <a:lnSpc>
                <a:spcPts val="2163"/>
              </a:lnSpc>
              <a:buFont typeface="Arial"/>
              <a:buChar char="•"/>
            </a:pPr>
            <a:r>
              <a:rPr lang="en-US" b="true" sz="2163">
                <a:solidFill>
                  <a:srgbClr val="5555A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SOFTWARE (OS PROGRAMAS E SISTEMA)</a:t>
            </a:r>
          </a:p>
          <a:p>
            <a:pPr algn="l">
              <a:lnSpc>
                <a:spcPts val="3168"/>
              </a:lnSpc>
            </a:pPr>
          </a:p>
          <a:p>
            <a:pPr algn="l" marL="510180" indent="-255090" lvl="1">
              <a:lnSpc>
                <a:spcPts val="2363"/>
              </a:lnSpc>
              <a:buFont typeface="Arial"/>
              <a:buChar char="•"/>
            </a:pPr>
            <a:r>
              <a:rPr lang="en-US" b="true" sz="2363">
                <a:solidFill>
                  <a:srgbClr val="5555A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FORMATAÇÃO E INSTALAÇÃO: INSTALA E CONFIGURA SISTEMAS OPERACIONAIS (WINDOWS, LINUX, MACOS).</a:t>
            </a:r>
          </a:p>
          <a:p>
            <a:pPr algn="l" marL="467001" indent="-233501" lvl="1">
              <a:lnSpc>
                <a:spcPts val="2163"/>
              </a:lnSpc>
              <a:buFont typeface="Arial"/>
              <a:buChar char="•"/>
            </a:pPr>
            <a:r>
              <a:rPr lang="en-US" b="true" sz="2163">
                <a:solidFill>
                  <a:srgbClr val="5555A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CONFIGURAÇÃO DE DRIVERS: INSTALA OS PROGRAMAS QUE FAZEM AS PEÇAS FÍSICAS (COMO A PLACA DE VÍDEO OU DE SOM) CONVERSAREM CORRETAMENTE COM O SISTEMA OPERACIONAL.</a:t>
            </a:r>
          </a:p>
          <a:p>
            <a:pPr algn="l" marL="510180" indent="-255090" lvl="1">
              <a:lnSpc>
                <a:spcPts val="2363"/>
              </a:lnSpc>
              <a:buFont typeface="Arial"/>
              <a:buChar char="•"/>
            </a:pPr>
            <a:r>
              <a:rPr lang="en-US" b="true" sz="2363">
                <a:solidFill>
                  <a:srgbClr val="5555A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REMOÇÃO DE VÍRUS: LIMPA O COMPUTADOR DE MALWARES, ADWARES E SOFTWARES ESPIÕES QUE DEIXAM O SISTEMA LENTO OU ROUBAM DADOS.</a:t>
            </a:r>
          </a:p>
          <a:p>
            <a:pPr algn="l" marL="553359" indent="-276680" lvl="1">
              <a:lnSpc>
                <a:spcPts val="2563"/>
              </a:lnSpc>
              <a:buFont typeface="Arial"/>
              <a:buChar char="•"/>
            </a:pPr>
            <a:r>
              <a:rPr lang="en-US" b="true" sz="2563">
                <a:solidFill>
                  <a:srgbClr val="5555A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BACKUP DE DADOS: SALVA E PROTEGE OS ARQUIVOS DO CLIENTE 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AC49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-120935" y="9258300"/>
            <a:ext cx="734258" cy="1187583"/>
          </a:xfrm>
          <a:custGeom>
            <a:avLst/>
            <a:gdLst/>
            <a:ahLst/>
            <a:cxnLst/>
            <a:rect r="r" b="b" t="t" l="l"/>
            <a:pathLst>
              <a:path h="1187583" w="734258">
                <a:moveTo>
                  <a:pt x="734259" y="0"/>
                </a:moveTo>
                <a:lnTo>
                  <a:pt x="0" y="0"/>
                </a:lnTo>
                <a:lnTo>
                  <a:pt x="0" y="1187583"/>
                </a:lnTo>
                <a:lnTo>
                  <a:pt x="734259" y="1187583"/>
                </a:lnTo>
                <a:lnTo>
                  <a:pt x="734259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7336195" y="1242565"/>
            <a:ext cx="296510" cy="2508928"/>
          </a:xfrm>
          <a:custGeom>
            <a:avLst/>
            <a:gdLst/>
            <a:ahLst/>
            <a:cxnLst/>
            <a:rect r="r" b="b" t="t" l="l"/>
            <a:pathLst>
              <a:path h="2508928" w="296510">
                <a:moveTo>
                  <a:pt x="0" y="0"/>
                </a:moveTo>
                <a:lnTo>
                  <a:pt x="296509" y="0"/>
                </a:lnTo>
                <a:lnTo>
                  <a:pt x="296509" y="2508927"/>
                </a:lnTo>
                <a:lnTo>
                  <a:pt x="0" y="250892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02492" y="2605146"/>
            <a:ext cx="6053413" cy="5470084"/>
          </a:xfrm>
          <a:custGeom>
            <a:avLst/>
            <a:gdLst/>
            <a:ahLst/>
            <a:cxnLst/>
            <a:rect r="r" b="b" t="t" l="l"/>
            <a:pathLst>
              <a:path h="5470084" w="6053413">
                <a:moveTo>
                  <a:pt x="0" y="0"/>
                </a:moveTo>
                <a:lnTo>
                  <a:pt x="6053413" y="0"/>
                </a:lnTo>
                <a:lnTo>
                  <a:pt x="6053413" y="5470084"/>
                </a:lnTo>
                <a:lnTo>
                  <a:pt x="0" y="547008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383392" y="1280665"/>
            <a:ext cx="2391841" cy="225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63"/>
              </a:lnSpc>
              <a:spcBef>
                <a:spcPct val="0"/>
              </a:spcBef>
            </a:pPr>
            <a:r>
              <a:rPr lang="en-US" b="true" sz="1763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STUDIO SHODWE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304770" y="2939697"/>
            <a:ext cx="9812965" cy="55229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63"/>
              </a:lnSpc>
              <a:spcBef>
                <a:spcPct val="0"/>
              </a:spcBef>
            </a:pPr>
            <a:r>
              <a:rPr lang="en-US" b="true" sz="2563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HARDWARE (A PARTE FÍSICA)</a:t>
            </a:r>
          </a:p>
          <a:p>
            <a:pPr algn="l" marL="553359" indent="-276680" lvl="1">
              <a:lnSpc>
                <a:spcPts val="2563"/>
              </a:lnSpc>
              <a:buAutoNum type="arabicPeriod" startAt="1"/>
            </a:pPr>
          </a:p>
          <a:p>
            <a:pPr algn="l">
              <a:lnSpc>
                <a:spcPts val="2563"/>
              </a:lnSpc>
              <a:spcBef>
                <a:spcPct val="0"/>
              </a:spcBef>
            </a:pPr>
            <a:r>
              <a:rPr lang="en-US" b="true" sz="2563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MONTAGEM COMPLETA: ESCOLHE PEÇAS COMPATÍVEIS E MONTA COMPUTADORES DO ZERO DE ACORDO COM A NECESSIDADE DO CLIENTE (PC GAMER, ESCRITÓRIO, EDIÇÃO DE VÍDEO). </a:t>
            </a:r>
          </a:p>
          <a:p>
            <a:pPr algn="l">
              <a:lnSpc>
                <a:spcPts val="2563"/>
              </a:lnSpc>
              <a:spcBef>
                <a:spcPct val="0"/>
              </a:spcBef>
            </a:pPr>
            <a:r>
              <a:rPr lang="en-US" b="true" sz="2563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DIAGNÓSTICO DE DEFEITOS: DESCOBRE QUAL PEÇA PAROU DE FUNCIONAR QUANDO O PC NÃO LIGA OU DESLIGA SOZINHO. [1]</a:t>
            </a:r>
          </a:p>
          <a:p>
            <a:pPr algn="l">
              <a:lnSpc>
                <a:spcPts val="2563"/>
              </a:lnSpc>
              <a:spcBef>
                <a:spcPct val="0"/>
              </a:spcBef>
            </a:pPr>
            <a:r>
              <a:rPr lang="en-US" b="true" sz="2563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MANUTENÇÃO PREVENTIVA: LIMPA OS COMPONENTES INTERNAMENTE, REMOVE POEIRA DAS VENTOINHAS E TROCA A PASTA TÉRMICA DO PROCESSADOR PARA EVITAR SUPERAQUECIMENTO. [1, 2, 3]</a:t>
            </a:r>
          </a:p>
          <a:p>
            <a:pPr algn="l">
              <a:lnSpc>
                <a:spcPts val="2563"/>
              </a:lnSpc>
              <a:spcBef>
                <a:spcPct val="0"/>
              </a:spcBef>
            </a:pPr>
            <a:r>
              <a:rPr lang="en-US" b="true" sz="2563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UPGRADES: SUBSTITUI PEÇAS ANTIGAS POR NOVAS PARA MELHORAR O DESEMPENHO, COMO TROCAR UM HD ANTIGO POR UM SSD RÁPIDO OU COLOCAR MAIS MEMÓRIA RAM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AC49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314825" y="314325"/>
            <a:ext cx="9658350" cy="9658350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D5DA8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63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7259300" y="801623"/>
            <a:ext cx="486295" cy="4114800"/>
          </a:xfrm>
          <a:custGeom>
            <a:avLst/>
            <a:gdLst/>
            <a:ahLst/>
            <a:cxnLst/>
            <a:rect r="r" b="b" t="t" l="l"/>
            <a:pathLst>
              <a:path h="4114800" w="486295">
                <a:moveTo>
                  <a:pt x="0" y="0"/>
                </a:moveTo>
                <a:lnTo>
                  <a:pt x="486295" y="0"/>
                </a:lnTo>
                <a:lnTo>
                  <a:pt x="48629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7413226" y="7387072"/>
            <a:ext cx="1050143" cy="1698492"/>
          </a:xfrm>
          <a:custGeom>
            <a:avLst/>
            <a:gdLst/>
            <a:ahLst/>
            <a:cxnLst/>
            <a:rect r="r" b="b" t="t" l="l"/>
            <a:pathLst>
              <a:path h="1698492" w="1050143">
                <a:moveTo>
                  <a:pt x="0" y="0"/>
                </a:moveTo>
                <a:lnTo>
                  <a:pt x="1050143" y="0"/>
                </a:lnTo>
                <a:lnTo>
                  <a:pt x="1050143" y="1698492"/>
                </a:lnTo>
                <a:lnTo>
                  <a:pt x="0" y="169849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594066" y="5637552"/>
            <a:ext cx="486295" cy="4114800"/>
          </a:xfrm>
          <a:custGeom>
            <a:avLst/>
            <a:gdLst/>
            <a:ahLst/>
            <a:cxnLst/>
            <a:rect r="r" b="b" t="t" l="l"/>
            <a:pathLst>
              <a:path h="4114800" w="486295">
                <a:moveTo>
                  <a:pt x="0" y="0"/>
                </a:moveTo>
                <a:lnTo>
                  <a:pt x="486295" y="0"/>
                </a:lnTo>
                <a:lnTo>
                  <a:pt x="48629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true" flipV="false" rot="0">
            <a:off x="-21443" y="7387072"/>
            <a:ext cx="1050143" cy="1698492"/>
          </a:xfrm>
          <a:custGeom>
            <a:avLst/>
            <a:gdLst/>
            <a:ahLst/>
            <a:cxnLst/>
            <a:rect r="r" b="b" t="t" l="l"/>
            <a:pathLst>
              <a:path h="1698492" w="1050143">
                <a:moveTo>
                  <a:pt x="1050143" y="0"/>
                </a:moveTo>
                <a:lnTo>
                  <a:pt x="0" y="0"/>
                </a:lnTo>
                <a:lnTo>
                  <a:pt x="0" y="1698492"/>
                </a:lnTo>
                <a:lnTo>
                  <a:pt x="1050143" y="1698492"/>
                </a:lnTo>
                <a:lnTo>
                  <a:pt x="1050143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6155408" y="3089385"/>
            <a:ext cx="5977184" cy="44320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112"/>
              </a:lnSpc>
            </a:pPr>
            <a:r>
              <a:rPr lang="en-US" sz="17112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THANK YOU!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-501805" y="904557"/>
            <a:ext cx="3896378" cy="2128010"/>
          </a:xfrm>
          <a:custGeom>
            <a:avLst/>
            <a:gdLst/>
            <a:ahLst/>
            <a:cxnLst/>
            <a:rect r="r" b="b" t="t" l="l"/>
            <a:pathLst>
              <a:path h="2128010" w="3896378">
                <a:moveTo>
                  <a:pt x="0" y="0"/>
                </a:moveTo>
                <a:lnTo>
                  <a:pt x="3896378" y="0"/>
                </a:lnTo>
                <a:lnTo>
                  <a:pt x="3896378" y="2128011"/>
                </a:lnTo>
                <a:lnTo>
                  <a:pt x="0" y="212801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4566992" y="5259062"/>
            <a:ext cx="3896378" cy="2128010"/>
          </a:xfrm>
          <a:custGeom>
            <a:avLst/>
            <a:gdLst/>
            <a:ahLst/>
            <a:cxnLst/>
            <a:rect r="r" b="b" t="t" l="l"/>
            <a:pathLst>
              <a:path h="2128010" w="3896378">
                <a:moveTo>
                  <a:pt x="0" y="0"/>
                </a:moveTo>
                <a:lnTo>
                  <a:pt x="3896377" y="0"/>
                </a:lnTo>
                <a:lnTo>
                  <a:pt x="3896377" y="2128010"/>
                </a:lnTo>
                <a:lnTo>
                  <a:pt x="0" y="212801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DAHM2isW5s0</dc:identifier>
  <dcterms:modified xsi:type="dcterms:W3CDTF">2011-08-01T06:04:30Z</dcterms:modified>
  <cp:revision>1</cp:revision>
  <dc:title>A LM Tecnologia é o nome de uma conceituada assistência técnica especializada em montagem e manutenção de computadores, localizada em Fortaleza, Ceará. Se você está procurando os serviços ou os canais de atendimento dessa empresa específica, abaixo estão</dc:title>
</cp:coreProperties>
</file>